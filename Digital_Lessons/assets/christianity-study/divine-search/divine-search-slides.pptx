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10fe316e714639" /><Relationship Type="http://schemas.openxmlformats.org/officeDocument/2006/relationships/extended-properties" Target="/docProps/app.xml" Id="Rea87eb4b228a4e18" /><Relationship Type="http://schemas.openxmlformats.org/officeDocument/2006/relationships/officeDocument" Target="/ppt/presentation.xml" Id="R6f0e582948ab42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6b01a0d64e45d4"/>
  </p:sldMasterIdLst>
  <p:notesMasterIdLst>
    <p:notesMasterId xmlns:r="http://schemas.openxmlformats.org/officeDocument/2006/relationships" r:id="R3ef2c6720bd74a3f"/>
  </p:notesMasterIdLst>
  <p:sldIdLst>
    <p:sldId xmlns:r="http://schemas.openxmlformats.org/officeDocument/2006/relationships" id="256" r:id="Rc9aa2452e8a74f2b"/>
    <p:sldId xmlns:r="http://schemas.openxmlformats.org/officeDocument/2006/relationships" id="257" r:id="R1b5adf645f0242d4"/>
    <p:sldId xmlns:r="http://schemas.openxmlformats.org/officeDocument/2006/relationships" id="258" r:id="R1115e17e5ef0476f"/>
    <p:sldId xmlns:r="http://schemas.openxmlformats.org/officeDocument/2006/relationships" id="259" r:id="R84a72f2d80c444f6"/>
    <p:sldId xmlns:r="http://schemas.openxmlformats.org/officeDocument/2006/relationships" id="260" r:id="R654d99762f2943b9"/>
    <p:sldId xmlns:r="http://schemas.openxmlformats.org/officeDocument/2006/relationships" id="261" r:id="Rddbc0d21422c4f9e"/>
    <p:sldId xmlns:r="http://schemas.openxmlformats.org/officeDocument/2006/relationships" id="262" r:id="Ra0be9b29e453432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79e5240839497e" /><Relationship Type="http://schemas.openxmlformats.org/officeDocument/2006/relationships/slideMaster" Target="/ppt/slideMasters/slideMaster1.xml" Id="R896b01a0d64e45d4" /><Relationship Type="http://schemas.openxmlformats.org/officeDocument/2006/relationships/notesMaster" Target="/ppt/notesMasters/notesMaster1.xml" Id="R3ef2c6720bd74a3f" /><Relationship Type="http://schemas.openxmlformats.org/officeDocument/2006/relationships/presProps" Target="/ppt/presProps.xml" Id="R844be92971ab4e08" /><Relationship Type="http://schemas.openxmlformats.org/officeDocument/2006/relationships/tableStyles" Target="/ppt/tableStyles.xml" Id="R08f52efe77f94148" /><Relationship Type="http://schemas.openxmlformats.org/officeDocument/2006/relationships/slide" Target="/ppt/slides/slide1.xml" Id="Rc9aa2452e8a74f2b" /><Relationship Type="http://schemas.openxmlformats.org/officeDocument/2006/relationships/slide" Target="/ppt/slides/slide2.xml" Id="R1b5adf645f0242d4" /><Relationship Type="http://schemas.openxmlformats.org/officeDocument/2006/relationships/slide" Target="/ppt/slides/slide3.xml" Id="R1115e17e5ef0476f" /><Relationship Type="http://schemas.openxmlformats.org/officeDocument/2006/relationships/slide" Target="/ppt/slides/slide4.xml" Id="R84a72f2d80c444f6" /><Relationship Type="http://schemas.openxmlformats.org/officeDocument/2006/relationships/slide" Target="/ppt/slides/slide5.xml" Id="R654d99762f2943b9" /><Relationship Type="http://schemas.openxmlformats.org/officeDocument/2006/relationships/slide" Target="/ppt/slides/slide6.xml" Id="Rddbc0d21422c4f9e" /><Relationship Type="http://schemas.openxmlformats.org/officeDocument/2006/relationships/slide" Target="/ppt/slides/slide7.xml" Id="Ra0be9b29e45343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8e9f90cccf4e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de8d5abfd943c8" /><Relationship Type="http://schemas.openxmlformats.org/officeDocument/2006/relationships/notesMaster" Target="/ppt/notesMasters/notesMaster1.xml" Id="Red95b30fad5544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1704383b074e7f" /><Relationship Type="http://schemas.openxmlformats.org/officeDocument/2006/relationships/notesMaster" Target="/ppt/notesMasters/notesMaster1.xml" Id="Re987056d8f6f46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b4c0d4819e4073" /><Relationship Type="http://schemas.openxmlformats.org/officeDocument/2006/relationships/notesMaster" Target="/ppt/notesMasters/notesMaster1.xml" Id="R8d8625c3214c46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a8ce81d4bd4803" /><Relationship Type="http://schemas.openxmlformats.org/officeDocument/2006/relationships/notesMaster" Target="/ppt/notesMasters/notesMaster1.xml" Id="R3be59384497b4d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1810d7c5ea47fc" /><Relationship Type="http://schemas.openxmlformats.org/officeDocument/2006/relationships/notesMaster" Target="/ppt/notesMasters/notesMaster1.xml" Id="R1cf3c66a09ce41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f2c5c875c04f5a" /><Relationship Type="http://schemas.openxmlformats.org/officeDocument/2006/relationships/notesMaster" Target="/ppt/notesMasters/notesMaster1.xml" Id="Rcaad58920ed94c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335ca28eb949a1" /><Relationship Type="http://schemas.openxmlformats.org/officeDocument/2006/relationships/notesMaster" Target="/ppt/notesMasters/notesMaster1.xml" Id="R709bcc2fff544b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apokalypsi: Περιφέρεια · Κτίση και Ιστορία; creation-world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apokalypsi: Βάση · Αγία Γραφή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apokalypsi: Κορμός · Ενανθρώπηση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apokalypsi: Χέρια · Άγιοι και Βίωμα; father-symeon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apokalypsi: Πυρήνας · Άκτιστες Ενέργειες; father-palamas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father-palamas; fall-restoration-conclusion; pentecost-prayer-all-adam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apokalypsi: Κεφαλή · Θεογνωσία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b001ee95014e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677b3418b44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5ae40ef1146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caa6440faf48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1c19e434a49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375a02c6e4e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AE2EF1-BDBD-49CF-9FE1-0CD897AA8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FB8027-AAF6-4D82-81DC-3386030DDE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D5E12C-E017-4913-A40A-48D855AE9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5A9A8C-10DC-4FC2-940A-AE2CE7669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E39CA00-AB2D-442F-B450-CAC21681E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6AAB94-7FEA-4043-B000-F5351DB8E6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98B87F-F1B4-4C89-A616-5051C06952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687F47-D9AA-4D13-BF00-0652CCB6E2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242FED-D44A-4EC7-B52E-460FE46D3B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77C3D4-823E-4EFE-B14B-A0BF409D5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629e82eb5146d4" /><Relationship Type="http://schemas.openxmlformats.org/officeDocument/2006/relationships/slideLayout" Target="/ppt/slideLayouts/slideLayout1.xml" Id="R2d99db82371944da" /><Relationship Type="http://schemas.openxmlformats.org/officeDocument/2006/relationships/slideLayout" Target="/ppt/slideLayouts/slideLayout2.xml" Id="Rab50b024c21c4010" /><Relationship Type="http://schemas.openxmlformats.org/officeDocument/2006/relationships/slideLayout" Target="/ppt/slideLayouts/slideLayout3.xml" Id="Rbe91deab98df42c0" /><Relationship Type="http://schemas.openxmlformats.org/officeDocument/2006/relationships/slideLayout" Target="/ppt/slideLayouts/slideLayout4.xml" Id="R7804b22da4674cbe" /><Relationship Type="http://schemas.openxmlformats.org/officeDocument/2006/relationships/slideLayout" Target="/ppt/slideLayouts/slideLayout5.xml" Id="R9e887118ca984242" /><Relationship Type="http://schemas.openxmlformats.org/officeDocument/2006/relationships/slideLayout" Target="/ppt/slideLayouts/slideLayout6.xml" Id="Ree5a446e287c4e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99db82371944da"/>
    <p:sldLayoutId xmlns:r="http://schemas.openxmlformats.org/officeDocument/2006/relationships" id="2147483650" r:id="Rab50b024c21c4010"/>
    <p:sldLayoutId xmlns:r="http://schemas.openxmlformats.org/officeDocument/2006/relationships" id="2147483651" r:id="Rbe91deab98df42c0"/>
    <p:sldLayoutId xmlns:r="http://schemas.openxmlformats.org/officeDocument/2006/relationships" id="2147483652" r:id="R7804b22da4674cbe"/>
    <p:sldLayoutId xmlns:r="http://schemas.openxmlformats.org/officeDocument/2006/relationships" id="2147483653" r:id="R9e887118ca984242"/>
    <p:sldLayoutId xmlns:r="http://schemas.openxmlformats.org/officeDocument/2006/relationships" id="2147483654" r:id="Ree5a446e287c4e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42ffc058a0458e" /><Relationship Type="http://schemas.openxmlformats.org/officeDocument/2006/relationships/image" Target="/ppt/media/image.png" Id="R5d9f093d47764b2b" /><Relationship Type="http://schemas.openxmlformats.org/officeDocument/2006/relationships/notesSlide" Target="/ppt/notesSlides/notesSlide1.xml" Id="Rf640385dc4e14c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d8ceae2ea5416c" /><Relationship Type="http://schemas.openxmlformats.org/officeDocument/2006/relationships/image" Target="/ppt/media/image2.png" Id="R596f68872af44f41" /><Relationship Type="http://schemas.openxmlformats.org/officeDocument/2006/relationships/notesSlide" Target="/ppt/notesSlides/notesSlide2.xml" Id="R407bdacf40a247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5a5a4180054f3a" /><Relationship Type="http://schemas.openxmlformats.org/officeDocument/2006/relationships/image" Target="/ppt/media/image3.png" Id="R99e7abc00c7545f8" /><Relationship Type="http://schemas.openxmlformats.org/officeDocument/2006/relationships/notesSlide" Target="/ppt/notesSlides/notesSlide3.xml" Id="R4287d2143cae45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c1cb81a2cc4e82" /><Relationship Type="http://schemas.openxmlformats.org/officeDocument/2006/relationships/image" Target="/ppt/media/image4.png" Id="R7b3130ebd759460f" /><Relationship Type="http://schemas.openxmlformats.org/officeDocument/2006/relationships/notesSlide" Target="/ppt/notesSlides/notesSlide4.xml" Id="R53369aff5e854e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959ae4c3c43b8" /><Relationship Type="http://schemas.openxmlformats.org/officeDocument/2006/relationships/image" Target="/ppt/media/image5.png" Id="Rb0ac6734c8c544c5" /><Relationship Type="http://schemas.openxmlformats.org/officeDocument/2006/relationships/notesSlide" Target="/ppt/notesSlides/notesSlide5.xml" Id="R48422b2915384d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ab7b2b4ad49cf" /><Relationship Type="http://schemas.openxmlformats.org/officeDocument/2006/relationships/image" Target="/ppt/media/image6.png" Id="R06257d5fe6704bea" /><Relationship Type="http://schemas.openxmlformats.org/officeDocument/2006/relationships/notesSlide" Target="/ppt/notesSlides/notesSlide6.xml" Id="Rfd7ba3fc266942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f32356b33c42a8" /><Relationship Type="http://schemas.openxmlformats.org/officeDocument/2006/relationships/image" Target="/ppt/media/image7.png" Id="R51efb5c3c1a846c1" /><Relationship Type="http://schemas.openxmlformats.org/officeDocument/2006/relationships/notesSlide" Target="/ppt/notesSlides/notesSlide7.xml" Id="Rece206c7b1ae46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57BD3EF7-F322-4ACC-B15A-6AB0891C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Αναζήτηση του Θείου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FA174-F680-4C99-9D7F-6975CB837C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f093d47764b2b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3BEBE8FD-A557-4342-B6E5-9A1F56BA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Θεοφάνεια στην κτίση και την ιστορία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2D3AE32B-358B-4EE1-9DA2-29729835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Η κτίση και η ιστορία γίνονται τόποι φανέρωσης του Θεού.</a:t>
            </a:r>
          </a:p>
        </p:txBody>
      </p:sp>
    </p:spTree>
    <p:extLst>
      <p:ext uri="{BB962C8B-B14F-4D97-AF65-F5344CB8AC3E}">
        <p14:creationId xmlns:p14="http://schemas.microsoft.com/office/powerpoint/2010/main" val="1958943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64481C1F-4BC2-4D7D-A53E-CB261FA3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Αναζήτηση του Θείου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987FD-2289-4475-8742-853D8AF810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f68872af44f41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80DB83B0-4041-4946-91FF-89C838CF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Η μαρτυρία της Γραφής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907F3216-2930-4AE4-9262-6CC790F6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Η Αγία Γραφή μαρτυρεί τη φανέρωση του Θεού στην ανθρώπινη ιστορία.</a:t>
            </a:r>
          </a:p>
        </p:txBody>
      </p:sp>
    </p:spTree>
    <p:extLst>
      <p:ext uri="{BB962C8B-B14F-4D97-AF65-F5344CB8AC3E}">
        <p14:creationId xmlns:p14="http://schemas.microsoft.com/office/powerpoint/2010/main" val="366968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004D7A19-6E60-42CA-8DCC-A5E4A823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Αναζήτηση του Θείου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3D250-4F21-436A-8449-C9A1CBA3B0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7abc00c7545f8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BD733089-40A8-40ED-9104-598044AE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Το κέντρο της Αποκάλυψης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2BEC2008-66F6-4C7E-853F-CFB45965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Η Ενανθρώπηση του Χριστού είναι το κέντρο της Αποκάλυψης.</a:t>
            </a:r>
          </a:p>
        </p:txBody>
      </p:sp>
    </p:spTree>
    <p:extLst>
      <p:ext uri="{BB962C8B-B14F-4D97-AF65-F5344CB8AC3E}">
        <p14:creationId xmlns:p14="http://schemas.microsoft.com/office/powerpoint/2010/main" val="17767255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6D1E7703-C395-4294-B7DC-F583FF42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Αναζήτηση του Θείου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A664D-CF71-4979-B889-96EFECE9BC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130ebd759460f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606C9FF4-9B66-4C9E-A90A-EB7ED515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Συμεών · Το βίωμα του φωτός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66029502-A205-4595-AD67-4E9BFC16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Στον Συμεών, η γνώση του Θεού γίνεται προσωπική εμπειρία της χάρης και του φωτός.</a:t>
            </a:r>
          </a:p>
        </p:txBody>
      </p:sp>
    </p:spTree>
    <p:extLst>
      <p:ext uri="{BB962C8B-B14F-4D97-AF65-F5344CB8AC3E}">
        <p14:creationId xmlns:p14="http://schemas.microsoft.com/office/powerpoint/2010/main" val="454698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1F73E644-B812-43E4-9A5F-683A37F3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Αναζήτηση του Θείου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41673-1141-4A75-9772-BE5A0FC88D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c6734c8c544c5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F9D8A697-C9D1-4AC8-A725-00EFBC84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Παλαμάς · Άκτιστες ενέργειες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E7893437-04D2-412F-A21C-5502F749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Ο Θεός μένει απρόσιτος στην ουσία Του, αλλά κοινωνείται στις άκτιστες ενέργειές Του.</a:t>
            </a:r>
          </a:p>
        </p:txBody>
      </p:sp>
    </p:spTree>
    <p:extLst>
      <p:ext uri="{BB962C8B-B14F-4D97-AF65-F5344CB8AC3E}">
        <p14:creationId xmlns:p14="http://schemas.microsoft.com/office/powerpoint/2010/main" val="1276554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17F09689-0A79-4805-81CB-D8468C28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Αναζήτηση του Θείου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CA5B4-58DE-40B6-9522-139E53A2C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57d5fe6704bea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364F498F-9239-46E6-B522-07A8282F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Προσευχή και έμπρακτη αγάπη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EB616B74-F10A-47AA-8EF8-B58ED66D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Η προσευχή ανοίγει την καρδιά στη χάρη και στην έμπρακτη αγάπη προς τον πλησίον.</a:t>
            </a:r>
          </a:p>
        </p:txBody>
      </p:sp>
    </p:spTree>
    <p:extLst>
      <p:ext uri="{BB962C8B-B14F-4D97-AF65-F5344CB8AC3E}">
        <p14:creationId xmlns:p14="http://schemas.microsoft.com/office/powerpoint/2010/main" val="11834626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17E76E4D-C476-4A91-8BFA-0C4D79E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Αναζήτηση του Θείου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523E6-131A-4322-A751-11D739D62B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fb5c3c1a846c1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C32C9715-8282-4E51-AF4A-57B8F287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Προς τη θεογνωσία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B3C80817-1D09-4628-B8DB-684B0115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Θεογνωσία: φωτισμός και προσωπική κοινωνία με τον Θεό, η θέωση.</a:t>
            </a:r>
          </a:p>
        </p:txBody>
      </p:sp>
    </p:spTree>
    <p:extLst>
      <p:ext uri="{BB962C8B-B14F-4D97-AF65-F5344CB8AC3E}">
        <p14:creationId xmlns:p14="http://schemas.microsoft.com/office/powerpoint/2010/main" val="289173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2026-10-22T10:18:34.0590000Z</dcterms:created>
  <dcterms:modified xsi:type="dcterms:W3CDTF">2026-10-22T10:18:34.0590000Z</dcterms:modified>
</coreProperties>
</file>