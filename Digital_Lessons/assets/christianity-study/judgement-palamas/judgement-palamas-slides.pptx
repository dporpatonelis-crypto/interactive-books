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089a73f5fb4e2d" /><Relationship Type="http://schemas.openxmlformats.org/officeDocument/2006/relationships/extended-properties" Target="/docProps/app.xml" Id="R9f1bfe066ff14847" /><Relationship Type="http://schemas.openxmlformats.org/officeDocument/2006/relationships/officeDocument" Target="/ppt/presentation.xml" Id="R13d42e0de881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8744af1e8475b"/>
  </p:sldMasterIdLst>
  <p:notesMasterIdLst>
    <p:notesMasterId xmlns:r="http://schemas.openxmlformats.org/officeDocument/2006/relationships" r:id="R3208254011264642"/>
  </p:notesMasterIdLst>
  <p:sldIdLst>
    <p:sldId xmlns:r="http://schemas.openxmlformats.org/officeDocument/2006/relationships" id="256" r:id="R0118d72cad16484b"/>
    <p:sldId xmlns:r="http://schemas.openxmlformats.org/officeDocument/2006/relationships" id="257" r:id="R0eb57c2ddad14471"/>
    <p:sldId xmlns:r="http://schemas.openxmlformats.org/officeDocument/2006/relationships" id="258" r:id="R4682bcd3db404352"/>
    <p:sldId xmlns:r="http://schemas.openxmlformats.org/officeDocument/2006/relationships" id="259" r:id="R719fc3baa084450d"/>
    <p:sldId xmlns:r="http://schemas.openxmlformats.org/officeDocument/2006/relationships" id="260" r:id="R72977433597645d5"/>
    <p:sldId xmlns:r="http://schemas.openxmlformats.org/officeDocument/2006/relationships" id="261" r:id="R614c8c78667745b5"/>
    <p:sldId xmlns:r="http://schemas.openxmlformats.org/officeDocument/2006/relationships" id="262" r:id="R6aa423202cc84d9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7237d875b4745" /><Relationship Type="http://schemas.openxmlformats.org/officeDocument/2006/relationships/slideMaster" Target="/ppt/slideMasters/slideMaster1.xml" Id="R3108744af1e8475b" /><Relationship Type="http://schemas.openxmlformats.org/officeDocument/2006/relationships/notesMaster" Target="/ppt/notesMasters/notesMaster1.xml" Id="R3208254011264642" /><Relationship Type="http://schemas.openxmlformats.org/officeDocument/2006/relationships/presProps" Target="/ppt/presProps.xml" Id="R70938414044944c2" /><Relationship Type="http://schemas.openxmlformats.org/officeDocument/2006/relationships/tableStyles" Target="/ppt/tableStyles.xml" Id="R6e65b746a0a249a5" /><Relationship Type="http://schemas.openxmlformats.org/officeDocument/2006/relationships/slide" Target="/ppt/slides/slide1.xml" Id="R0118d72cad16484b" /><Relationship Type="http://schemas.openxmlformats.org/officeDocument/2006/relationships/slide" Target="/ppt/slides/slide2.xml" Id="R0eb57c2ddad14471" /><Relationship Type="http://schemas.openxmlformats.org/officeDocument/2006/relationships/slide" Target="/ppt/slides/slide3.xml" Id="R4682bcd3db404352" /><Relationship Type="http://schemas.openxmlformats.org/officeDocument/2006/relationships/slide" Target="/ppt/slides/slide4.xml" Id="R719fc3baa084450d" /><Relationship Type="http://schemas.openxmlformats.org/officeDocument/2006/relationships/slide" Target="/ppt/slides/slide5.xml" Id="R72977433597645d5" /><Relationship Type="http://schemas.openxmlformats.org/officeDocument/2006/relationships/slide" Target="/ppt/slides/slide6.xml" Id="R614c8c78667745b5" /><Relationship Type="http://schemas.openxmlformats.org/officeDocument/2006/relationships/slide" Target="/ppt/slides/slide7.xml" Id="R6aa423202cc8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f50be665340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21de266e543d5" /><Relationship Type="http://schemas.openxmlformats.org/officeDocument/2006/relationships/notesMaster" Target="/ppt/notesMasters/notesMaster1.xml" Id="Rde910906fed9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05ba65c9149e0" /><Relationship Type="http://schemas.openxmlformats.org/officeDocument/2006/relationships/notesMaster" Target="/ppt/notesMasters/notesMaster1.xml" Id="R214542d2e1e041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f5d66e68cf4f55" /><Relationship Type="http://schemas.openxmlformats.org/officeDocument/2006/relationships/notesMaster" Target="/ppt/notesMasters/notesMaster1.xml" Id="Rf6af3c9e6a50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177e3face84223" /><Relationship Type="http://schemas.openxmlformats.org/officeDocument/2006/relationships/notesMaster" Target="/ppt/notesMasters/notesMaster1.xml" Id="R7682e14940a24d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05f652ee04f20" /><Relationship Type="http://schemas.openxmlformats.org/officeDocument/2006/relationships/notesMaster" Target="/ppt/notesMasters/notesMaster1.xml" Id="R7268ba13bf3546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a055985f27452a" /><Relationship Type="http://schemas.openxmlformats.org/officeDocument/2006/relationships/notesMaster" Target="/ppt/notesMasters/notesMaster1.xml" Id="Re8a2ce26519f49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a26d7a83364731" /><Relationship Type="http://schemas.openxmlformats.org/officeDocument/2006/relationships/notesMaster" Target="/ppt/notesMasters/notesMaster1.xml" Id="Re6462f99aab5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father-palamas; fall-restoration-anastasis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father-palamas; apokalypsi:Πυρήνας; fall-restoration-anastasis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creation-world-source:selected_text.eschatology:Παλαμάς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creation-world-source:selected_text.eschatology:Παλαμάς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fall-restoration-conclusion; creation-image-likeness; creation-world-source:selected_text.creation:Μάξιμος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creation-world-source:selected_text.eschatology:Μάξιμος/Σωφρόνιος; creation-restoration-christ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fall-restoration-conclusion; pentecost-prayer-all-adam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9e5f00da943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efa8ba1bc4e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a77027b1143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a7677532547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4f068efe846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8f9053189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092A9E-9431-4985-98AF-C9E823436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A24693-9957-427E-A83E-046BFFE623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0C4A58-028E-4EE0-B302-D483879E4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BFAC3C-BEA4-46FC-8C7C-D0CF98654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EC2CAD-F5EE-43D5-8488-38D53BA6D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BB4E32-0685-4384-B352-ACB56075A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CF3DA6-E0C5-4970-867D-BDBB6B4EA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934AE3-BCEE-4726-A3FC-2FB60C6BEB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D3F62-BC83-4A01-AB9B-75FD1B2F5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619A92-5925-49DC-9D51-ABD290373A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cf255578f41b7" /><Relationship Type="http://schemas.openxmlformats.org/officeDocument/2006/relationships/slideLayout" Target="/ppt/slideLayouts/slideLayout1.xml" Id="R8923c975853045af" /><Relationship Type="http://schemas.openxmlformats.org/officeDocument/2006/relationships/slideLayout" Target="/ppt/slideLayouts/slideLayout2.xml" Id="R2eb7704131dd46b2" /><Relationship Type="http://schemas.openxmlformats.org/officeDocument/2006/relationships/slideLayout" Target="/ppt/slideLayouts/slideLayout3.xml" Id="R968ddcc99e8040be" /><Relationship Type="http://schemas.openxmlformats.org/officeDocument/2006/relationships/slideLayout" Target="/ppt/slideLayouts/slideLayout4.xml" Id="Rc61487ffe2184b50" /><Relationship Type="http://schemas.openxmlformats.org/officeDocument/2006/relationships/slideLayout" Target="/ppt/slideLayouts/slideLayout5.xml" Id="Re323ec60fa9644b6" /><Relationship Type="http://schemas.openxmlformats.org/officeDocument/2006/relationships/slideLayout" Target="/ppt/slideLayouts/slideLayout6.xml" Id="Rc615c7b4eb40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3c975853045af"/>
    <p:sldLayoutId xmlns:r="http://schemas.openxmlformats.org/officeDocument/2006/relationships" id="2147483650" r:id="R2eb7704131dd46b2"/>
    <p:sldLayoutId xmlns:r="http://schemas.openxmlformats.org/officeDocument/2006/relationships" id="2147483651" r:id="R968ddcc99e8040be"/>
    <p:sldLayoutId xmlns:r="http://schemas.openxmlformats.org/officeDocument/2006/relationships" id="2147483652" r:id="Rc61487ffe2184b50"/>
    <p:sldLayoutId xmlns:r="http://schemas.openxmlformats.org/officeDocument/2006/relationships" id="2147483653" r:id="Re323ec60fa9644b6"/>
    <p:sldLayoutId xmlns:r="http://schemas.openxmlformats.org/officeDocument/2006/relationships" id="2147483654" r:id="Rc615c7b4eb40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f6fc813da426b" /><Relationship Type="http://schemas.openxmlformats.org/officeDocument/2006/relationships/image" Target="/ppt/media/image.png" Id="Rc934e2fab0064884" /><Relationship Type="http://schemas.openxmlformats.org/officeDocument/2006/relationships/notesSlide" Target="/ppt/notesSlides/notesSlide1.xml" Id="R1a0e387d6025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4e35d98054804" /><Relationship Type="http://schemas.openxmlformats.org/officeDocument/2006/relationships/image" Target="/ppt/media/image2.png" Id="R4651871c094048d2" /><Relationship Type="http://schemas.openxmlformats.org/officeDocument/2006/relationships/notesSlide" Target="/ppt/notesSlides/notesSlide2.xml" Id="R5bf22a6b556f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0e611d1d3465e" /><Relationship Type="http://schemas.openxmlformats.org/officeDocument/2006/relationships/image" Target="/ppt/media/image3.png" Id="Rbf636fb035bb458c" /><Relationship Type="http://schemas.openxmlformats.org/officeDocument/2006/relationships/notesSlide" Target="/ppt/notesSlides/notesSlide3.xml" Id="R23657126389c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dc26dfd394952" /><Relationship Type="http://schemas.openxmlformats.org/officeDocument/2006/relationships/image" Target="/ppt/media/image4.png" Id="Rb6fcc62c11f24e30" /><Relationship Type="http://schemas.openxmlformats.org/officeDocument/2006/relationships/notesSlide" Target="/ppt/notesSlides/notesSlide4.xml" Id="Rbb5518ef222d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e8b3ce205445d" /><Relationship Type="http://schemas.openxmlformats.org/officeDocument/2006/relationships/image" Target="/ppt/media/image5.png" Id="Rcfac2d7452884c96" /><Relationship Type="http://schemas.openxmlformats.org/officeDocument/2006/relationships/notesSlide" Target="/ppt/notesSlides/notesSlide5.xml" Id="Rdc724c64fca24c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a78015b73480d" /><Relationship Type="http://schemas.openxmlformats.org/officeDocument/2006/relationships/image" Target="/ppt/media/image6.png" Id="Read48989fcd544c2" /><Relationship Type="http://schemas.openxmlformats.org/officeDocument/2006/relationships/notesSlide" Target="/ppt/notesSlides/notesSlide6.xml" Id="R82610289b353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8090a29f14bab" /><Relationship Type="http://schemas.openxmlformats.org/officeDocument/2006/relationships/image" Target="/ppt/media/image7.png" Id="R54f6ea460b8d49b8" /><Relationship Type="http://schemas.openxmlformats.org/officeDocument/2006/relationships/notesSlide" Target="/ppt/notesSlides/notesSlide7.xml" Id="Rf8ade9b37e5245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5E708FE1-EE4F-47E8-A755-DA6CF49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0EBD-631E-446A-89EE-CF989030B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4e2fab0064884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C9531A87-589A-4A16-92C0-12C50B4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Η διδασκαλία του Παλαμά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FDEACA72-F5E0-4034-841F-92D3CD1D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Στον Παλαμά, η σωτηρία είναι πραγματική κοινωνία με τον Θεό.</a:t>
            </a:r>
          </a:p>
        </p:txBody>
      </p:sp>
    </p:spTree>
    <p:extLst>
      <p:ext uri="{BB962C8B-B14F-4D97-AF65-F5344CB8AC3E}">
        <p14:creationId xmlns:p14="http://schemas.microsoft.com/office/powerpoint/2010/main" val="555157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B0FCA20-7B12-47F7-87ED-337F059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A548-63D8-41C9-8735-61D755153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1871c094048d2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DB13E64C-6947-4924-9209-FE04D41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Ουσία και ενέργειες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3996F3FA-A687-4C0A-8E37-1F95B54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θεία ουσία μένει απρόσιτη· η χάρη των άκτιστων ενεργειών μεταμορφώνει τον άνθρωπο.</a:t>
            </a:r>
          </a:p>
        </p:txBody>
      </p:sp>
    </p:spTree>
    <p:extLst>
      <p:ext uri="{BB962C8B-B14F-4D97-AF65-F5344CB8AC3E}">
        <p14:creationId xmlns:p14="http://schemas.microsoft.com/office/powerpoint/2010/main" val="474180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206B95C9-EF4B-4D01-90B6-DA9D1E34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5991E-D9C4-4A52-AC7A-5AC78FB6F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36fb035bb458c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2FA0E3D0-9678-4A2A-8398-29D7072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Η δεκτικότητα της ψυχής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CA90E98F-32DA-4EC8-BC6B-77FA402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Το υπόμνημα συνδέει την κρίση με τη δεκτικότητα της ψυχής στο άκτιστο φως.</a:t>
            </a:r>
          </a:p>
        </p:txBody>
      </p:sp>
    </p:spTree>
    <p:extLst>
      <p:ext uri="{BB962C8B-B14F-4D97-AF65-F5344CB8AC3E}">
        <p14:creationId xmlns:p14="http://schemas.microsoft.com/office/powerpoint/2010/main" val="1845448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72F8BC9C-2EFC-4094-AB95-911668B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FD6E-49C1-4C32-BA77-AE63E66E7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cc62c11f24e30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55D41D36-CB6C-4A3E-81E1-A0B3D44B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Παλαμάς · Φωτισμός και πύρινος έλεγχος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926848AF-EFD3-4A8F-A360-9E18F6E8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ίδια θεία παρουσία βιώνεται ως φωτισμός ή ως πύρινος έλεγχος.</a:t>
            </a:r>
          </a:p>
        </p:txBody>
      </p:sp>
    </p:spTree>
    <p:extLst>
      <p:ext uri="{BB962C8B-B14F-4D97-AF65-F5344CB8AC3E}">
        <p14:creationId xmlns:p14="http://schemas.microsoft.com/office/powerpoint/2010/main" val="1150971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606EDAA4-E77E-4E56-983B-E91D0AE6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8C4DD-C13A-4D14-8AFF-A50EFF58B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c2d7452884c96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007C9E03-6F11-4E03-A149-84F933DC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Μάξιμος · Η ελεύθερη στροφή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89DC13CE-FEE5-4EC2-9510-6D214F9A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μετάνοια στρέφει ελεύθερα την καρδιά προς την κοινωνία και την αγάπη.</a:t>
            </a:r>
          </a:p>
        </p:txBody>
      </p:sp>
    </p:spTree>
    <p:extLst>
      <p:ext uri="{BB962C8B-B14F-4D97-AF65-F5344CB8AC3E}">
        <p14:creationId xmlns:p14="http://schemas.microsoft.com/office/powerpoint/2010/main" val="1111223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5D37F9C5-A430-49AC-A9FE-7687F45A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49813-C67A-439B-9323-2ECAE8271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48989fcd544c2"/>
          <a:stretch xmlns:a="http://schemas.openxmlformats.org/drawingml/2006/main"/>
        </p:blipFill>
        <p:spPr>
          <a:xfrm xmlns:a="http://schemas.openxmlformats.org/drawingml/2006/main">
            <a:off x="3078642" y="1066800"/>
            <a:ext cx="12130716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0DEE2E1F-D262-4EDB-AA00-A835171E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Μάξιμος — Σωφρόνιος · Το πρόσωπο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D0F78B1C-07F3-4628-86F7-BFB2973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Ανάσταση αφορά ολόκληρο τον άνθρωπο και διατηρεί τη μοναδικότητα του προσώπου.</a:t>
            </a:r>
          </a:p>
        </p:txBody>
      </p:sp>
    </p:spTree>
    <p:extLst>
      <p:ext uri="{BB962C8B-B14F-4D97-AF65-F5344CB8AC3E}">
        <p14:creationId xmlns:p14="http://schemas.microsoft.com/office/powerpoint/2010/main" val="890211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F94D7119-EE97-4BA7-A9F5-9A6C782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Κρίση — φως και πύρινος έλεγχος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36B1-0190-4C49-9E31-0257F8E8D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6ea460b8d49b8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11247401-1538-4FC4-935E-DB5D9DD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Σωφρόνιος · Προσευχή για όλο τον Αδάμ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DE870BA1-B17B-4056-AD44-8337A8AF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προσευχή υπέρ όλου του Αδάμ χωρεί κάθε άνθρωπο μέσα στην αγάπη.</a:t>
            </a:r>
          </a:p>
        </p:txBody>
      </p:sp>
    </p:spTree>
    <p:extLst>
      <p:ext uri="{BB962C8B-B14F-4D97-AF65-F5344CB8AC3E}">
        <p14:creationId xmlns:p14="http://schemas.microsoft.com/office/powerpoint/2010/main" val="1092703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2026-10-22T10:22:44.1990000Z</dcterms:created>
  <dcterms:modified xsi:type="dcterms:W3CDTF">2026-10-22T10:22:44.1990000Z</dcterms:modified>
</coreProperties>
</file>