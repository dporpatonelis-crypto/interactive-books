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4581bdabef4616" /><Relationship Type="http://schemas.openxmlformats.org/officeDocument/2006/relationships/extended-properties" Target="/docProps/app.xml" Id="R8aeced8fe683466f" /><Relationship Type="http://schemas.openxmlformats.org/officeDocument/2006/relationships/officeDocument" Target="/ppt/presentation.xml" Id="Rcd540d0e758146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b2f8c5aec04e79"/>
  </p:sldMasterIdLst>
  <p:notesMasterIdLst>
    <p:notesMasterId xmlns:r="http://schemas.openxmlformats.org/officeDocument/2006/relationships" r:id="Refe9e582dc204786"/>
  </p:notesMasterIdLst>
  <p:sldIdLst>
    <p:sldId xmlns:r="http://schemas.openxmlformats.org/officeDocument/2006/relationships" id="256" r:id="R844520cc6e4c4968"/>
    <p:sldId xmlns:r="http://schemas.openxmlformats.org/officeDocument/2006/relationships" id="257" r:id="Rbbd82edb0ed4492d"/>
    <p:sldId xmlns:r="http://schemas.openxmlformats.org/officeDocument/2006/relationships" id="258" r:id="Rcac5fbd9c5514cbf"/>
    <p:sldId xmlns:r="http://schemas.openxmlformats.org/officeDocument/2006/relationships" id="259" r:id="Rc951e29e2d594678"/>
    <p:sldId xmlns:r="http://schemas.openxmlformats.org/officeDocument/2006/relationships" id="260" r:id="R71191fb8d43f46ff"/>
    <p:sldId xmlns:r="http://schemas.openxmlformats.org/officeDocument/2006/relationships" id="261" r:id="Rf954466531b24a6f"/>
    <p:sldId xmlns:r="http://schemas.openxmlformats.org/officeDocument/2006/relationships" id="262" r:id="R78645b4efdc143c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d66759bff746a1" /><Relationship Type="http://schemas.openxmlformats.org/officeDocument/2006/relationships/slideMaster" Target="/ppt/slideMasters/slideMaster1.xml" Id="Raab2f8c5aec04e79" /><Relationship Type="http://schemas.openxmlformats.org/officeDocument/2006/relationships/notesMaster" Target="/ppt/notesMasters/notesMaster1.xml" Id="Refe9e582dc204786" /><Relationship Type="http://schemas.openxmlformats.org/officeDocument/2006/relationships/presProps" Target="/ppt/presProps.xml" Id="Rea4d8fab11c645b3" /><Relationship Type="http://schemas.openxmlformats.org/officeDocument/2006/relationships/tableStyles" Target="/ppt/tableStyles.xml" Id="Rb6a98b6da67f4a42" /><Relationship Type="http://schemas.openxmlformats.org/officeDocument/2006/relationships/slide" Target="/ppt/slides/slide1.xml" Id="R844520cc6e4c4968" /><Relationship Type="http://schemas.openxmlformats.org/officeDocument/2006/relationships/slide" Target="/ppt/slides/slide2.xml" Id="Rbbd82edb0ed4492d" /><Relationship Type="http://schemas.openxmlformats.org/officeDocument/2006/relationships/slide" Target="/ppt/slides/slide3.xml" Id="Rcac5fbd9c5514cbf" /><Relationship Type="http://schemas.openxmlformats.org/officeDocument/2006/relationships/slide" Target="/ppt/slides/slide4.xml" Id="Rc951e29e2d594678" /><Relationship Type="http://schemas.openxmlformats.org/officeDocument/2006/relationships/slide" Target="/ppt/slides/slide5.xml" Id="R71191fb8d43f46ff" /><Relationship Type="http://schemas.openxmlformats.org/officeDocument/2006/relationships/slide" Target="/ppt/slides/slide6.xml" Id="Rf954466531b24a6f" /><Relationship Type="http://schemas.openxmlformats.org/officeDocument/2006/relationships/slide" Target="/ppt/slides/slide7.xml" Id="R78645b4efdc143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10f86c28f247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8f808ca964898" /><Relationship Type="http://schemas.openxmlformats.org/officeDocument/2006/relationships/notesMaster" Target="/ppt/notesMasters/notesMaster1.xml" Id="R18e3acb1da4344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ce9930a6274baa" /><Relationship Type="http://schemas.openxmlformats.org/officeDocument/2006/relationships/notesMaster" Target="/ppt/notesMasters/notesMaster1.xml" Id="Reef07853154544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76beb15ee44920" /><Relationship Type="http://schemas.openxmlformats.org/officeDocument/2006/relationships/notesMaster" Target="/ppt/notesMasters/notesMaster1.xml" Id="Rac278e231c31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bc36b7045b4ade" /><Relationship Type="http://schemas.openxmlformats.org/officeDocument/2006/relationships/notesMaster" Target="/ppt/notesMasters/notesMaster1.xml" Id="R92ef066935384d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f0e6792a804035" /><Relationship Type="http://schemas.openxmlformats.org/officeDocument/2006/relationships/notesMaster" Target="/ppt/notesMasters/notesMaster1.xml" Id="Ra3c36ca1a53a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5853394b634c9e" /><Relationship Type="http://schemas.openxmlformats.org/officeDocument/2006/relationships/notesMaster" Target="/ppt/notesMasters/notesMaster1.xml" Id="Rfc4f3ab6535c49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d421df586a4e26" /><Relationship Type="http://schemas.openxmlformats.org/officeDocument/2006/relationships/notesMaster" Target="/ppt/notesMasters/notesMaster1.xml" Id="Rd1de600610b3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creation-world; creation-world-source:selected_text.creation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creation-world; creation-world-source:selected_text.creation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creation-world; creation-world-source:selected_text.creation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creation-image-likeness; creation-world-source:selected_text.creation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creation-image-likeness; fall-restoration-conclusion; creation-world-source:selected_text.creation:Μάξιμος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fall-restoration-introduction; creation-restoration-christ; creation-world-source:selected_text.fall:Χρυσόστομος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creation-restoration-christ; fall-restoration-anastasis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4ae4fa14142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18ce359dd48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c835d9b7043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636be7c6d4c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50c7414ca48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9967c347249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1FBCCA-14DE-4E8A-BE1B-B45D468D6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19A8C5-7FCF-4F17-BC1B-E9CF8A64A8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744579-4675-4A32-9360-773E27EE7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1449ED-8ECA-41F5-B369-D118C72E4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4B8683-716A-4B7B-8C24-003EC546BD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D89A94-BCC7-4336-8047-EA4580E71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210447-54C9-48DC-B49F-00358431B3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03350B-E68C-4EE9-9021-50EF91E050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D9198B-D8CB-4740-B85D-5F7CAD39D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E2246E-A49F-47B4-9B6A-83E4E4CCC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ebebb852e04fa7" /><Relationship Type="http://schemas.openxmlformats.org/officeDocument/2006/relationships/slideLayout" Target="/ppt/slideLayouts/slideLayout1.xml" Id="Re964913bad2b4629" /><Relationship Type="http://schemas.openxmlformats.org/officeDocument/2006/relationships/slideLayout" Target="/ppt/slideLayouts/slideLayout2.xml" Id="R374b2c746f6b45d2" /><Relationship Type="http://schemas.openxmlformats.org/officeDocument/2006/relationships/slideLayout" Target="/ppt/slideLayouts/slideLayout3.xml" Id="Rf64590f8db524c77" /><Relationship Type="http://schemas.openxmlformats.org/officeDocument/2006/relationships/slideLayout" Target="/ppt/slideLayouts/slideLayout4.xml" Id="Rcb9d3ddfd73a497a" /><Relationship Type="http://schemas.openxmlformats.org/officeDocument/2006/relationships/slideLayout" Target="/ppt/slideLayouts/slideLayout5.xml" Id="R158de4d639b2490f" /><Relationship Type="http://schemas.openxmlformats.org/officeDocument/2006/relationships/slideLayout" Target="/ppt/slideLayouts/slideLayout6.xml" Id="R40292d767a0b49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64913bad2b4629"/>
    <p:sldLayoutId xmlns:r="http://schemas.openxmlformats.org/officeDocument/2006/relationships" id="2147483650" r:id="R374b2c746f6b45d2"/>
    <p:sldLayoutId xmlns:r="http://schemas.openxmlformats.org/officeDocument/2006/relationships" id="2147483651" r:id="Rf64590f8db524c77"/>
    <p:sldLayoutId xmlns:r="http://schemas.openxmlformats.org/officeDocument/2006/relationships" id="2147483652" r:id="Rcb9d3ddfd73a497a"/>
    <p:sldLayoutId xmlns:r="http://schemas.openxmlformats.org/officeDocument/2006/relationships" id="2147483653" r:id="R158de4d639b2490f"/>
    <p:sldLayoutId xmlns:r="http://schemas.openxmlformats.org/officeDocument/2006/relationships" id="2147483654" r:id="R40292d767a0b49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ec6e0f7ea4d9e" /><Relationship Type="http://schemas.openxmlformats.org/officeDocument/2006/relationships/image" Target="/ppt/media/image.png" Id="Rd8de667085f448aa" /><Relationship Type="http://schemas.openxmlformats.org/officeDocument/2006/relationships/notesSlide" Target="/ppt/notesSlides/notesSlide1.xml" Id="Rd4f99e551cf24c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d78cf83d2d4291" /><Relationship Type="http://schemas.openxmlformats.org/officeDocument/2006/relationships/image" Target="/ppt/media/image2.png" Id="R6efaff9977cc49a1" /><Relationship Type="http://schemas.openxmlformats.org/officeDocument/2006/relationships/notesSlide" Target="/ppt/notesSlides/notesSlide2.xml" Id="R43c8fdebb2844f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5bd0355c641a8" /><Relationship Type="http://schemas.openxmlformats.org/officeDocument/2006/relationships/image" Target="/ppt/media/image3.png" Id="R3fcfd255f3294c42" /><Relationship Type="http://schemas.openxmlformats.org/officeDocument/2006/relationships/notesSlide" Target="/ppt/notesSlides/notesSlide3.xml" Id="R5b46c30559d447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645fdcbcf4766" /><Relationship Type="http://schemas.openxmlformats.org/officeDocument/2006/relationships/image" Target="/ppt/media/image4.png" Id="Raa6e91f9cc3449f4" /><Relationship Type="http://schemas.openxmlformats.org/officeDocument/2006/relationships/notesSlide" Target="/ppt/notesSlides/notesSlide4.xml" Id="R4412131c259b49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3cdf137f04c5a" /><Relationship Type="http://schemas.openxmlformats.org/officeDocument/2006/relationships/image" Target="/ppt/media/image5.png" Id="R42e776466bd64a42" /><Relationship Type="http://schemas.openxmlformats.org/officeDocument/2006/relationships/notesSlide" Target="/ppt/notesSlides/notesSlide5.xml" Id="R11505b9598c9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3f591727c4a48" /><Relationship Type="http://schemas.openxmlformats.org/officeDocument/2006/relationships/image" Target="/ppt/media/image6.png" Id="R3ae48c5e615c4ea0" /><Relationship Type="http://schemas.openxmlformats.org/officeDocument/2006/relationships/notesSlide" Target="/ppt/notesSlides/notesSlide6.xml" Id="R0b0a97d32e4b41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76eca97fc4ed0" /><Relationship Type="http://schemas.openxmlformats.org/officeDocument/2006/relationships/image" Target="/ppt/media/image7.png" Id="Rd24c2507d5fc434f" /><Relationship Type="http://schemas.openxmlformats.org/officeDocument/2006/relationships/notesSlide" Target="/ppt/notesSlides/notesSlide7.xml" Id="Rbfafe1c65f3646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0F994B0C-A1D2-44AE-A3ED-0C60404F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Δημιουργία και ανθρώπινη ελευθερία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A7163-1F8E-456C-9AC5-B0B51EE692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e667085f448aa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FCA2BA17-902E-4666-BABA-BAF4A75C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Δωρεά αγάπης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67EB6EF6-AFF0-407D-8E61-3E3F8AA2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Ο κόσμος δημιουργείται ελεύθερα από την αγαθότητα και την αγάπη του Θεού.</a:t>
            </a:r>
          </a:p>
        </p:txBody>
      </p:sp>
    </p:spTree>
    <p:extLst>
      <p:ext uri="{BB962C8B-B14F-4D97-AF65-F5344CB8AC3E}">
        <p14:creationId xmlns:p14="http://schemas.microsoft.com/office/powerpoint/2010/main" val="633041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D5FD07AF-5768-4665-BDE2-C720B5F0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Δημιουργία και ανθρώπινη ελευθερία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35A7B-8065-45B0-B955-9D6F7A2EC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aff9977cc49a1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6CEE200B-EC61-4926-92A9-998F0641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Σχολείο θεογνωσίας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835448D0-1E91-4A9D-A832-DC0D1C95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Για τον Μέγα Βασίλειο, η κτίση γίνεται σχολείο αρετής και θεογνωσίας.</a:t>
            </a:r>
          </a:p>
        </p:txBody>
      </p:sp>
    </p:spTree>
    <p:extLst>
      <p:ext uri="{BB962C8B-B14F-4D97-AF65-F5344CB8AC3E}">
        <p14:creationId xmlns:p14="http://schemas.microsoft.com/office/powerpoint/2010/main" val="2070977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D2F018ED-9228-49E7-B015-E2C2F23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Δημιουργία και ανθρώπινη ελευθερία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53C34-2C7A-44B6-ADFF-BDB0C80B1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fd255f3294c42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F2409695-BD32-477A-88E0-A888A326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Γρηγόριος Θεολόγος · Σώμα και ψυχή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FB49CEAC-440B-4CB7-9299-9E217315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Ο Γρηγόριος Θεολόγος βλέπει τον άνθρωπο ως σύνδεσμο υλικού και πνευματικού κόσμου.</a:t>
            </a:r>
          </a:p>
        </p:txBody>
      </p:sp>
    </p:spTree>
    <p:extLst>
      <p:ext uri="{BB962C8B-B14F-4D97-AF65-F5344CB8AC3E}">
        <p14:creationId xmlns:p14="http://schemas.microsoft.com/office/powerpoint/2010/main" val="378921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78997420-7DEC-4508-A7B5-95724C52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Δημιουργία και ανθρώπινη ελευθερία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A680A-6C80-43AB-A83E-2FAE6F7D7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e91f9cc3449f4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B6B363A1-64DA-471C-B669-E24C849B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Γρηγόριος Νύσσης · Κατ’ εικόνα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55059722-F0D7-4F05-A475-3B8887AA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Στον Γρηγόριο Νύσσης, το κατ’ εικόνα αφορά ολόκληρη την ανθρωπότητα.</a:t>
            </a:r>
          </a:p>
        </p:txBody>
      </p:sp>
    </p:spTree>
    <p:extLst>
      <p:ext uri="{BB962C8B-B14F-4D97-AF65-F5344CB8AC3E}">
        <p14:creationId xmlns:p14="http://schemas.microsoft.com/office/powerpoint/2010/main" val="422191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1289F56F-497B-4786-959F-D3E22B61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Δημιουργία και ανθρώπινη ελευθερία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552A0-751D-44C1-B68B-46345B6BF6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776466bd64a42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2135F6D8-D1F2-41A2-94B5-D81DFCE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Μάξιμος · Καθ’ ομοίωση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C3BE58F4-96FD-442B-B60F-14DFA5CE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Για τον Μάξιμο, η πορεία προς την ομοίωση με τον Θεό απαιτεί ελεύθερη συνεργία.</a:t>
            </a:r>
          </a:p>
        </p:txBody>
      </p:sp>
    </p:spTree>
    <p:extLst>
      <p:ext uri="{BB962C8B-B14F-4D97-AF65-F5344CB8AC3E}">
        <p14:creationId xmlns:p14="http://schemas.microsoft.com/office/powerpoint/2010/main" val="353346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9CD5E419-B74C-4955-9D73-818DF7E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Δημιουργία και ανθρώπινη ελευθερία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DCC57-9AC9-45CB-A50C-AD1525A03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48c5e615c4ea0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626D5FAE-B787-44F3-9FD0-B21E1409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Χρυσόστομος · Η ευθύνη της πτώσης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723BA568-8256-4043-84B1-41FAF1D2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Ο Χρυσόστομος τονίζει την άρνηση μετανοίας και τη μετάθεση της ευθύνης στην πτώση.</a:t>
            </a:r>
          </a:p>
        </p:txBody>
      </p:sp>
    </p:spTree>
    <p:extLst>
      <p:ext uri="{BB962C8B-B14F-4D97-AF65-F5344CB8AC3E}">
        <p14:creationId xmlns:p14="http://schemas.microsoft.com/office/powerpoint/2010/main" val="21076909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7BF798BE-2FCF-4844-A94E-D267AAEC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Δημιουργία και ανθρώπινη ελευθερία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FDF70-EE2F-4916-8510-E99650EBBB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c2507d5fc434f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1C28B2F4-37D5-4F0F-A67A-B7576C28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Αθανάσιος · Η ανακαίνιση του ανθρώπου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5BDF2CE7-9A34-46EE-BC6A-5370160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Στον Αθανάσιο, ο Χριστός νικά τη φθορά και ανακαινίζει ολόκληρο τον άνθρωπο.</a:t>
            </a:r>
          </a:p>
        </p:txBody>
      </p:sp>
    </p:spTree>
    <p:extLst>
      <p:ext uri="{BB962C8B-B14F-4D97-AF65-F5344CB8AC3E}">
        <p14:creationId xmlns:p14="http://schemas.microsoft.com/office/powerpoint/2010/main" val="1389595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2026-10-22T10:19:51.5430000Z</dcterms:created>
  <dcterms:modified xsi:type="dcterms:W3CDTF">2026-10-22T10:19:51.5430000Z</dcterms:modified>
</coreProperties>
</file>