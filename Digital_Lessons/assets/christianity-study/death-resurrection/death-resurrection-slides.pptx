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a79de401c4afc" /><Relationship Type="http://schemas.openxmlformats.org/officeDocument/2006/relationships/extended-properties" Target="/docProps/app.xml" Id="R0b89708e42c24e81" /><Relationship Type="http://schemas.openxmlformats.org/officeDocument/2006/relationships/officeDocument" Target="/ppt/presentation.xml" Id="R6b1b11c7152047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146505a2c34d35"/>
  </p:sldMasterIdLst>
  <p:notesMasterIdLst>
    <p:notesMasterId xmlns:r="http://schemas.openxmlformats.org/officeDocument/2006/relationships" r:id="R75d6abf3a53645de"/>
  </p:notesMasterIdLst>
  <p:sldIdLst>
    <p:sldId xmlns:r="http://schemas.openxmlformats.org/officeDocument/2006/relationships" id="256" r:id="R3534fb31e53e4633"/>
    <p:sldId xmlns:r="http://schemas.openxmlformats.org/officeDocument/2006/relationships" id="257" r:id="R521bb68122274d77"/>
    <p:sldId xmlns:r="http://schemas.openxmlformats.org/officeDocument/2006/relationships" id="258" r:id="R1c888eb0b14c4307"/>
    <p:sldId xmlns:r="http://schemas.openxmlformats.org/officeDocument/2006/relationships" id="259" r:id="Ref0f0b17e0d14719"/>
    <p:sldId xmlns:r="http://schemas.openxmlformats.org/officeDocument/2006/relationships" id="260" r:id="R78e9badc36fe4ed9"/>
    <p:sldId xmlns:r="http://schemas.openxmlformats.org/officeDocument/2006/relationships" id="261" r:id="Rda58c8cc91b2479b"/>
    <p:sldId xmlns:r="http://schemas.openxmlformats.org/officeDocument/2006/relationships" id="262" r:id="R6beca1d99f1c4b4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4480ae4621429f" /><Relationship Type="http://schemas.openxmlformats.org/officeDocument/2006/relationships/slideMaster" Target="/ppt/slideMasters/slideMaster1.xml" Id="Rfc146505a2c34d35" /><Relationship Type="http://schemas.openxmlformats.org/officeDocument/2006/relationships/notesMaster" Target="/ppt/notesMasters/notesMaster1.xml" Id="R75d6abf3a53645de" /><Relationship Type="http://schemas.openxmlformats.org/officeDocument/2006/relationships/presProps" Target="/ppt/presProps.xml" Id="R0dc32761e3134120" /><Relationship Type="http://schemas.openxmlformats.org/officeDocument/2006/relationships/tableStyles" Target="/ppt/tableStyles.xml" Id="R8638718f14c54a90" /><Relationship Type="http://schemas.openxmlformats.org/officeDocument/2006/relationships/slide" Target="/ppt/slides/slide1.xml" Id="R3534fb31e53e4633" /><Relationship Type="http://schemas.openxmlformats.org/officeDocument/2006/relationships/slide" Target="/ppt/slides/slide2.xml" Id="R521bb68122274d77" /><Relationship Type="http://schemas.openxmlformats.org/officeDocument/2006/relationships/slide" Target="/ppt/slides/slide3.xml" Id="R1c888eb0b14c4307" /><Relationship Type="http://schemas.openxmlformats.org/officeDocument/2006/relationships/slide" Target="/ppt/slides/slide4.xml" Id="Ref0f0b17e0d14719" /><Relationship Type="http://schemas.openxmlformats.org/officeDocument/2006/relationships/slide" Target="/ppt/slides/slide5.xml" Id="R78e9badc36fe4ed9" /><Relationship Type="http://schemas.openxmlformats.org/officeDocument/2006/relationships/slide" Target="/ppt/slides/slide6.xml" Id="Rda58c8cc91b2479b" /><Relationship Type="http://schemas.openxmlformats.org/officeDocument/2006/relationships/slide" Target="/ppt/slides/slide7.xml" Id="R6beca1d99f1c4b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b35f2959748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ce3c5e91dc4018" /><Relationship Type="http://schemas.openxmlformats.org/officeDocument/2006/relationships/notesMaster" Target="/ppt/notesMasters/notesMaster1.xml" Id="R2b8846d6c9144f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34684758a24363" /><Relationship Type="http://schemas.openxmlformats.org/officeDocument/2006/relationships/notesMaster" Target="/ppt/notesMasters/notesMaster1.xml" Id="Rcdc6d0b3189d44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88a3cd07f6499e" /><Relationship Type="http://schemas.openxmlformats.org/officeDocument/2006/relationships/notesMaster" Target="/ppt/notesMasters/notesMaster1.xml" Id="R53509b2bce654f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12357aaa104ebb" /><Relationship Type="http://schemas.openxmlformats.org/officeDocument/2006/relationships/notesMaster" Target="/ppt/notesMasters/notesMaster1.xml" Id="R9cdb22e5b17e4f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b69fe5843d4186" /><Relationship Type="http://schemas.openxmlformats.org/officeDocument/2006/relationships/notesMaster" Target="/ppt/notesMasters/notesMaster1.xml" Id="Rdc65fbd3ec1548c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989c878d1c4658" /><Relationship Type="http://schemas.openxmlformats.org/officeDocument/2006/relationships/notesMaster" Target="/ppt/notesMasters/notesMaster1.xml" Id="R02e4c8ebe0fe44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5182c7a7044eb0" /><Relationship Type="http://schemas.openxmlformats.org/officeDocument/2006/relationships/notesMaster" Target="/ppt/notesMasters/notesMaster1.xml" Id="R4f88a0cd966d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creation-christ-adam-parallels:row1; fall-restoration-thorns; Great Saturday Homily: traditionally attributed to Epiphanius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creation-christ-adam-parallels:row2; fall-restoration-anastasis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creation-christ-adam-parallels:row3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creation-christ-adam-parallels:row4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creation-christ-adam-parallels:row5; fall-restoration-thorns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creation-christ-adam-parallels:row6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Εκπαιδευτική παράφραση των πηγών.</a:t>
            </a:r>
          </a:p>
          <a:p xmlns:a="http://schemas.openxmlformats.org/drawingml/2006/main">
            <a:r>
              <a:t>creation-christ-adam-parallels:row7; fall-restoration-anastasis</a:t>
            </a:r>
          </a:p>
          <a:p xmlns:a="http://schemas.openxmlformats.org/drawingml/2006/main">
            <a:r>
              <a:t>https://dporpatonelis-crypto.github.io/interactive-books/Digital_Lessons/</a:t>
            </a:r>
          </a:p>
          <a:p xmlns:a="http://schemas.openxmlformats.org/drawingml/2006/main">
            <a:r>
              <a:t>Συνοδευτικό υπόμνημα: https://github.com/dporpatonelis-crypto/interactive-books/blob/main/Digital_Lessons/sources/creation-world-source.json</a:t>
            </a:r>
          </a:p>
          <a:p xmlns:a="http://schemas.openxmlformats.org/drawingml/2006/main">
            <a:r>
              <a:t>Εικόνα: εγκεκριμένη εκπαιδευτική εικονογράφηση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ff79f15b446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f5673a93449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c1bd7f7ec41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cb185da6749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950f5694a49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22b37ddac4b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14A3A6-FA3E-438A-8884-EDE0432528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2024D4-295F-4462-88D9-3B0D25ECD6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72967B-FE80-4216-826F-54AC49E9AD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BDA3C3-53D5-4F98-AD8B-CDA26589CD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369AC0-234D-4B8F-8109-98999CB637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ACE928-B94D-49E6-932D-D34C576CCC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409CFA-2216-423F-88FE-F34209D72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53C7B8-A220-4E9C-A5CF-FF72945372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BF1952-F3CA-46C0-AD65-368797C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145924-B830-43F9-B92A-89E8C912A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1abe584b9e4575" /><Relationship Type="http://schemas.openxmlformats.org/officeDocument/2006/relationships/slideLayout" Target="/ppt/slideLayouts/slideLayout1.xml" Id="Rd602868c80914d0e" /><Relationship Type="http://schemas.openxmlformats.org/officeDocument/2006/relationships/slideLayout" Target="/ppt/slideLayouts/slideLayout2.xml" Id="Rf59ce3d093354f94" /><Relationship Type="http://schemas.openxmlformats.org/officeDocument/2006/relationships/slideLayout" Target="/ppt/slideLayouts/slideLayout3.xml" Id="Rfcc18428a57c47c8" /><Relationship Type="http://schemas.openxmlformats.org/officeDocument/2006/relationships/slideLayout" Target="/ppt/slideLayouts/slideLayout4.xml" Id="Rca6c07244ec24190" /><Relationship Type="http://schemas.openxmlformats.org/officeDocument/2006/relationships/slideLayout" Target="/ppt/slideLayouts/slideLayout5.xml" Id="Rf353748a96334660" /><Relationship Type="http://schemas.openxmlformats.org/officeDocument/2006/relationships/slideLayout" Target="/ppt/slideLayouts/slideLayout6.xml" Id="Rd9017265831545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02868c80914d0e"/>
    <p:sldLayoutId xmlns:r="http://schemas.openxmlformats.org/officeDocument/2006/relationships" id="2147483650" r:id="Rf59ce3d093354f94"/>
    <p:sldLayoutId xmlns:r="http://schemas.openxmlformats.org/officeDocument/2006/relationships" id="2147483651" r:id="Rfcc18428a57c47c8"/>
    <p:sldLayoutId xmlns:r="http://schemas.openxmlformats.org/officeDocument/2006/relationships" id="2147483652" r:id="Rca6c07244ec24190"/>
    <p:sldLayoutId xmlns:r="http://schemas.openxmlformats.org/officeDocument/2006/relationships" id="2147483653" r:id="Rf353748a96334660"/>
    <p:sldLayoutId xmlns:r="http://schemas.openxmlformats.org/officeDocument/2006/relationships" id="2147483654" r:id="Rd9017265831545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f36844951844fc" /><Relationship Type="http://schemas.openxmlformats.org/officeDocument/2006/relationships/image" Target="/ppt/media/image.png" Id="Re57fa2b6d4aa479c" /><Relationship Type="http://schemas.openxmlformats.org/officeDocument/2006/relationships/notesSlide" Target="/ppt/notesSlides/notesSlide1.xml" Id="R903ddaf65b3a48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eb92e27ee4c1c" /><Relationship Type="http://schemas.openxmlformats.org/officeDocument/2006/relationships/image" Target="/ppt/media/image2.png" Id="Rfbfd65bf2426403e" /><Relationship Type="http://schemas.openxmlformats.org/officeDocument/2006/relationships/notesSlide" Target="/ppt/notesSlides/notesSlide2.xml" Id="Rb27595c1c46246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8be21335943d3" /><Relationship Type="http://schemas.openxmlformats.org/officeDocument/2006/relationships/image" Target="/ppt/media/image3.png" Id="Rdc1c9dc7567b44e4" /><Relationship Type="http://schemas.openxmlformats.org/officeDocument/2006/relationships/notesSlide" Target="/ppt/notesSlides/notesSlide3.xml" Id="Rb0b1656ec10b46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2bc8f02a74193" /><Relationship Type="http://schemas.openxmlformats.org/officeDocument/2006/relationships/image" Target="/ppt/media/image4.png" Id="Recbade1e2e8b4170" /><Relationship Type="http://schemas.openxmlformats.org/officeDocument/2006/relationships/notesSlide" Target="/ppt/notesSlides/notesSlide4.xml" Id="R650e0f81d1354e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8d96aa1e6b4df2" /><Relationship Type="http://schemas.openxmlformats.org/officeDocument/2006/relationships/image" Target="/ppt/media/image5.png" Id="R54b38f977bc14bf3" /><Relationship Type="http://schemas.openxmlformats.org/officeDocument/2006/relationships/notesSlide" Target="/ppt/notesSlides/notesSlide5.xml" Id="R581424595c4544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2e87eb7164bce" /><Relationship Type="http://schemas.openxmlformats.org/officeDocument/2006/relationships/image" Target="/ppt/media/image6.png" Id="R6d53861f5380477d" /><Relationship Type="http://schemas.openxmlformats.org/officeDocument/2006/relationships/notesSlide" Target="/ppt/notesSlides/notesSlide6.xml" Id="R5e2f85da33bf4e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c10a7f9e54dc6" /><Relationship Type="http://schemas.openxmlformats.org/officeDocument/2006/relationships/image" Target="/ppt/media/image7.png" Id="R045494176c734969" /><Relationship Type="http://schemas.openxmlformats.org/officeDocument/2006/relationships/notesSlide" Target="/ppt/notesSlides/notesSlide7.xml" Id="Rc0b431212a3e46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56390E0E-8E46-4568-844D-CE8C9ED3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Θάνατος και Ανάσταση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43831-3EF5-48E3-8837-C64EB16326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fa2b6d4aa479c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D45B54C6-9833-4C58-8A43-FD646AF7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Λόγος Μεγάλου Σαββάτου · Ξύλο και Σταυρός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2FA621B9-6DE6-474A-B978-5C2345F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Στον Λόγο που αποδίδεται στον Επιφάνιο, το ξύλο του Σταυρού ανοίγει ξανά τη ζωή.</a:t>
            </a:r>
          </a:p>
        </p:txBody>
      </p:sp>
    </p:spTree>
    <p:extLst>
      <p:ext uri="{BB962C8B-B14F-4D97-AF65-F5344CB8AC3E}">
        <p14:creationId xmlns:p14="http://schemas.microsoft.com/office/powerpoint/2010/main" val="1976902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4726CBDC-E818-4924-8325-C673D9DB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Θάνατος και Ανάσταση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5C512-9094-4050-B36B-A2C0327771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d65bf2426403e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0894A31C-346E-47B7-8E60-AB9C0231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Οι κήποι της σωτηρίας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86AAFFF8-2D1C-4B08-AFC8-C08F616F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Εδέμ, Γεθσημανή και κήπος του τάφου συνδέουν δημιουργία, υπακοή και Ανάσταση.</a:t>
            </a:r>
          </a:p>
        </p:txBody>
      </p:sp>
    </p:spTree>
    <p:extLst>
      <p:ext uri="{BB962C8B-B14F-4D97-AF65-F5344CB8AC3E}">
        <p14:creationId xmlns:p14="http://schemas.microsoft.com/office/powerpoint/2010/main" val="1574329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A47CFA2F-CA91-40F2-A78A-15FE8CC0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Θάνατος και Ανάσταση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96E2C-4772-444F-A383-5BE926DF7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c9dc7567b44e4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A77E5457-50E3-4E66-9CE3-15E60637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Η ρομφαία και η λόγχη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3AEA8DA0-E6F2-487B-8CD9-A1B19FE9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λόγχη της πλευράς συνδέεται με την απόσυρση της φλογισμένης ρομφαίας.</a:t>
            </a:r>
          </a:p>
        </p:txBody>
      </p:sp>
    </p:spTree>
    <p:extLst>
      <p:ext uri="{BB962C8B-B14F-4D97-AF65-F5344CB8AC3E}">
        <p14:creationId xmlns:p14="http://schemas.microsoft.com/office/powerpoint/2010/main" val="686515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38E66876-E6D9-41CF-A055-F8BD8868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Θάνατος και Ανάσταση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2E3C4-ABA7-4E63-86EC-2665E754BA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ade1e2e8b4170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AFD3CC62-5F23-4C69-9ADF-A9953555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Η πνοή της ζωής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494962C3-9C64-428C-B9B1-E204BE83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πρώτη πνοή ζωής συναντά την ανακαίνιση του ανθρώπου με το Άγιο Πνεύμα.</a:t>
            </a:r>
          </a:p>
        </p:txBody>
      </p:sp>
    </p:spTree>
    <p:extLst>
      <p:ext uri="{BB962C8B-B14F-4D97-AF65-F5344CB8AC3E}">
        <p14:creationId xmlns:p14="http://schemas.microsoft.com/office/powerpoint/2010/main" val="8299408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83BAD912-873A-4592-A747-8C0ED6E6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Θάνατος και Ανάσταση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965D0-F492-47FE-A6FA-A6032762D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38f977bc14bf3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C945A343-B72D-46B8-8EF1-5DE3164A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Οι άκανθες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7019CC36-B148-49A2-B10F-188E5455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Ο Χριστός προσλαμβάνει τις άκανθες του πόνου και μεταμορφώνει την κατάρα σε ευλογία.</a:t>
            </a:r>
          </a:p>
        </p:txBody>
      </p:sp>
    </p:spTree>
    <p:extLst>
      <p:ext uri="{BB962C8B-B14F-4D97-AF65-F5344CB8AC3E}">
        <p14:creationId xmlns:p14="http://schemas.microsoft.com/office/powerpoint/2010/main" val="184150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252E63E5-989E-4E6D-8961-607489FE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Θάνατος και Ανάσταση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DFD95-BEA7-4B19-973F-A8CD8123E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3861f5380477d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582E0983-3A61-4ACD-B7BB-95C7D47E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Ένδυμα αφθαρσίας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19E3AEE3-3C66-4EB5-8D55-BF593F06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Η γύμνωση του Νέου Αδάμ χαρίζει στον άνθρωπο ένδυμα αφθαρσίας.</a:t>
            </a:r>
          </a:p>
        </p:txBody>
      </p:sp>
    </p:spTree>
    <p:extLst>
      <p:ext uri="{BB962C8B-B14F-4D97-AF65-F5344CB8AC3E}">
        <p14:creationId xmlns:p14="http://schemas.microsoft.com/office/powerpoint/2010/main" val="1484108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Θέμα">
            <a:extLst xmlns:a="http://schemas.openxmlformats.org/drawingml/2006/main">
              <a:ext uri="{FF2B5EF4-FFF2-40B4-BE49-F238E27FC236}">
                <a16:creationId xmlns:a16="http://schemas.microsoft.com/office/drawing/2014/main" id="{3820AC33-76F2-451E-80C7-6C3189AD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"/>
            <a:ext cx="1600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75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75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Θάνατος και Ανάσταση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64A1C-D907-4FE5-B4FB-873E5B655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5494176c734969"/>
          <a:stretch xmlns:a="http://schemas.openxmlformats.org/drawingml/2006/main"/>
        </p:blipFill>
        <p:spPr>
          <a:xfrm xmlns:a="http://schemas.openxmlformats.org/drawingml/2006/main">
            <a:off x="3085088" y="1066800"/>
            <a:ext cx="12117824" cy="6819900"/>
          </a:xfrm>
          <a:prstGeom xmlns:a="http://schemas.openxmlformats.org/drawingml/2006/main" prst="rect">
            <a:avLst/>
          </a:prstGeom>
        </p:spPr>
      </p:pic>
      <p:sp>
        <p:nvSpPr>
          <p:cNvPr id="3" name="Ερμηνεία">
            <a:extLst xmlns:a="http://schemas.openxmlformats.org/drawingml/2006/main">
              <a:ext uri="{FF2B5EF4-FFF2-40B4-BE49-F238E27FC236}">
                <a16:creationId xmlns:a16="http://schemas.microsoft.com/office/drawing/2014/main" id="{E635C5F3-5BBD-4C60-9B17-DE73BA36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10525"/>
            <a:ext cx="1600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550">
                <a:solidFill>
                  <a:srgbClr val="E5C88F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E5C88F"/>
                </a:solidFill>
                <a:latin typeface="Georgia"/>
                <a:ea typeface="Georgia"/>
                <a:cs typeface="Georgia"/>
              </a:rPr>
              <a:t>Από τον θρήνο στη χαρά</a:t>
            </a:r>
          </a:p>
        </p:txBody>
      </p:sp>
      <p:sp>
        <p:nvSpPr>
          <p:cNvPr id="4" name="Επεξήγηση">
            <a:extLst xmlns:a="http://schemas.openxmlformats.org/drawingml/2006/main">
              <a:ext uri="{FF2B5EF4-FFF2-40B4-BE49-F238E27FC236}">
                <a16:creationId xmlns:a16="http://schemas.microsoft.com/office/drawing/2014/main" id="{440CE666-AC42-4474-8138-5D4A4962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01075"/>
            <a:ext cx="1562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3300">
                <a:solidFill>
                  <a:srgbClr val="EEE4CA"/>
                </a:solidFill>
                <a:latin typeface="Georgia"/>
                <a:ea typeface="Georgia"/>
                <a:cs typeface="Georgia"/>
              </a:defRPr>
            </a:pPr>
            <a:r>
              <a:rPr sz="3300">
                <a:solidFill>
                  <a:srgbClr val="EEE4CA"/>
                </a:solidFill>
                <a:latin typeface="Georgia"/>
                <a:ea typeface="Georgia"/>
                <a:cs typeface="Georgia"/>
              </a:rPr>
              <a:t>Ο Χριστός εγείρει τον Αδάμ και την Εύα· ο θρήνος ανοίγεται στην αναστάσιμη χαρά.</a:t>
            </a:r>
          </a:p>
        </p:txBody>
      </p:sp>
    </p:spTree>
    <p:extLst>
      <p:ext uri="{BB962C8B-B14F-4D97-AF65-F5344CB8AC3E}">
        <p14:creationId xmlns:p14="http://schemas.microsoft.com/office/powerpoint/2010/main" val="1975373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2026-10-22T10:21:32.6380000Z</dcterms:created>
  <dcterms:modified xsi:type="dcterms:W3CDTF">2026-10-22T10:21:32.6380000Z</dcterms:modified>
</coreProperties>
</file>