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f9955b5dda4ccb" /><Relationship Type="http://schemas.openxmlformats.org/officeDocument/2006/relationships/extended-properties" Target="/docProps/app.xml" Id="R325a5630b42f46be" /><Relationship Type="http://schemas.openxmlformats.org/officeDocument/2006/relationships/officeDocument" Target="/ppt/presentation.xml" Id="R84502134717944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156023acb440e4"/>
  </p:sldMasterIdLst>
  <p:notesMasterIdLst>
    <p:notesMasterId xmlns:r="http://schemas.openxmlformats.org/officeDocument/2006/relationships" r:id="R07fb4b4a4b39419f"/>
  </p:notesMasterIdLst>
  <p:sldIdLst>
    <p:sldId xmlns:r="http://schemas.openxmlformats.org/officeDocument/2006/relationships" id="256" r:id="R2edad0e8463e48a2"/>
    <p:sldId xmlns:r="http://schemas.openxmlformats.org/officeDocument/2006/relationships" id="257" r:id="Re16b99b555504525"/>
    <p:sldId xmlns:r="http://schemas.openxmlformats.org/officeDocument/2006/relationships" id="258" r:id="R3bc4c920909b474d"/>
    <p:sldId xmlns:r="http://schemas.openxmlformats.org/officeDocument/2006/relationships" id="259" r:id="R77fb6ceabad64daa"/>
    <p:sldId xmlns:r="http://schemas.openxmlformats.org/officeDocument/2006/relationships" id="260" r:id="R8fb87638415c411c"/>
    <p:sldId xmlns:r="http://schemas.openxmlformats.org/officeDocument/2006/relationships" id="261" r:id="R3d7b4fb9edca42a1"/>
    <p:sldId xmlns:r="http://schemas.openxmlformats.org/officeDocument/2006/relationships" id="262" r:id="Rf93567a4937749a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b0db34fbaf48ae" /><Relationship Type="http://schemas.openxmlformats.org/officeDocument/2006/relationships/slideMaster" Target="/ppt/slideMasters/slideMaster1.xml" Id="R1c156023acb440e4" /><Relationship Type="http://schemas.openxmlformats.org/officeDocument/2006/relationships/notesMaster" Target="/ppt/notesMasters/notesMaster1.xml" Id="R07fb4b4a4b39419f" /><Relationship Type="http://schemas.openxmlformats.org/officeDocument/2006/relationships/presProps" Target="/ppt/presProps.xml" Id="Rd0a2f956064244ad" /><Relationship Type="http://schemas.openxmlformats.org/officeDocument/2006/relationships/tableStyles" Target="/ppt/tableStyles.xml" Id="R58e62bb0b6ad496d" /><Relationship Type="http://schemas.openxmlformats.org/officeDocument/2006/relationships/slide" Target="/ppt/slides/slide1.xml" Id="R2edad0e8463e48a2" /><Relationship Type="http://schemas.openxmlformats.org/officeDocument/2006/relationships/slide" Target="/ppt/slides/slide2.xml" Id="Re16b99b555504525" /><Relationship Type="http://schemas.openxmlformats.org/officeDocument/2006/relationships/slide" Target="/ppt/slides/slide3.xml" Id="R3bc4c920909b474d" /><Relationship Type="http://schemas.openxmlformats.org/officeDocument/2006/relationships/slide" Target="/ppt/slides/slide4.xml" Id="R77fb6ceabad64daa" /><Relationship Type="http://schemas.openxmlformats.org/officeDocument/2006/relationships/slide" Target="/ppt/slides/slide5.xml" Id="R8fb87638415c411c" /><Relationship Type="http://schemas.openxmlformats.org/officeDocument/2006/relationships/slide" Target="/ppt/slides/slide6.xml" Id="R3d7b4fb9edca42a1" /><Relationship Type="http://schemas.openxmlformats.org/officeDocument/2006/relationships/slide" Target="/ppt/slides/slide7.xml" Id="Rf93567a4937749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a039c47ca747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f4355e38094218" /><Relationship Type="http://schemas.openxmlformats.org/officeDocument/2006/relationships/notesMaster" Target="/ppt/notesMasters/notesMaster1.xml" Id="Rc655c41d685044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ebf0c77a3b441a" /><Relationship Type="http://schemas.openxmlformats.org/officeDocument/2006/relationships/notesMaster" Target="/ppt/notesMasters/notesMaster1.xml" Id="R16c56b3e748f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28f69d389c4717" /><Relationship Type="http://schemas.openxmlformats.org/officeDocument/2006/relationships/notesMaster" Target="/ppt/notesMasters/notesMaster1.xml" Id="Rac9d92eee1ae41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72e0c565c446ef" /><Relationship Type="http://schemas.openxmlformats.org/officeDocument/2006/relationships/notesMaster" Target="/ppt/notesMasters/notesMaster1.xml" Id="R8f2223a11de34d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fda1d886e14d78" /><Relationship Type="http://schemas.openxmlformats.org/officeDocument/2006/relationships/notesMaster" Target="/ppt/notesMasters/notesMaster1.xml" Id="Re49dfa03c3e14e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537180b6f64b90" /><Relationship Type="http://schemas.openxmlformats.org/officeDocument/2006/relationships/notesMaster" Target="/ppt/notesMasters/notesMaster1.xml" Id="R4451a8fbd3044e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f1388302f74f39" /><Relationship Type="http://schemas.openxmlformats.org/officeDocument/2006/relationships/notesMaster" Target="/ppt/notesMasters/notesMaster1.xml" Id="R9923ed46352c48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Δογματική Συνείδηση.pdf, σ. 1, εισαγωγή</a:t>
            </a:r>
          </a:p>
          <a:p xmlns:a="http://schemas.openxmlformats.org/drawingml/2006/main">
            <a:r>
              <a:t>Σύνοψη της διδασκαλίας του Σωφρονίου Σαχάρωφ στο έγγραφο Δογματική Συνείδηση.pdf.</a:t>
            </a:r>
          </a:p>
          <a:p xmlns:a="http://schemas.openxmlformats.org/drawingml/2006/main">
            <a:r>
              <a:t>https://dporpatonelis-crypto.github.io/interactive-books/Digital_Lessons/#section-trinity-dogmatic-consciousness</a:t>
            </a:r>
          </a:p>
          <a:p xmlns:a="http://schemas.openxmlformats.org/drawingml/2006/main">
            <a:r>
              <a:t>Εικόνα: εγκεκριμένη εκπαιδευτική εικονογράφηση ImageGen. Συμβολισμός: Εικόνα του Χριστού και ανοιχτό βιβλίο Εφαρμογή: Η μελέτη ανοίγει σε προσωπική συνάντηση και έμπρακτη αγάπη.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Δογματική Συνείδηση.pdf, σ. 1, πίνακας, γραμμή 1</a:t>
            </a:r>
          </a:p>
          <a:p xmlns:a="http://schemas.openxmlformats.org/drawingml/2006/main">
            <a:r>
              <a:t>Σύνοψη της διδασκαλίας του Σωφρονίου Σαχάρωφ στο έγγραφο Δογματική Συνείδηση.pdf.</a:t>
            </a:r>
          </a:p>
          <a:p xmlns:a="http://schemas.openxmlformats.org/drawingml/2006/main">
            <a:r>
              <a:t>https://dporpatonelis-crypto.github.io/interactive-books/Digital_Lessons/#section-trinity-dogmatic-consciousness</a:t>
            </a:r>
          </a:p>
          <a:p xmlns:a="http://schemas.openxmlformats.org/drawingml/2006/main">
            <a:r>
              <a:t>Εικόνα: εγκεκριμένη εκπαιδευτική εικονογράφηση ImageGen. Συμβολισμός: Μεγάλη βυζαντινή εικόνα της φιλοξενίας του Αβραάμ, τρεις άγγελοι σε μία τράπεζα Εφαρμογή: Άνθρωποι με διακριτά πρόσωπα κοινωνούν ελεύθερα γύρω από κοινή τράπεζα.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Δογματική Συνείδηση.pdf, σ. 1, πίνακας, γραμμή 2· σ. 2, συνέργεια</a:t>
            </a:r>
          </a:p>
          <a:p xmlns:a="http://schemas.openxmlformats.org/drawingml/2006/main">
            <a:r>
              <a:t>Σύνοψη της διδασκαλίας του Σωφρονίου Σαχάρωφ στο έγγραφο Δογματική Συνείδηση.pdf.</a:t>
            </a:r>
          </a:p>
          <a:p xmlns:a="http://schemas.openxmlformats.org/drawingml/2006/main">
            <a:r>
              <a:t>https://dporpatonelis-crypto.github.io/interactive-books/Digital_Lessons/#section-trinity-dogmatic-consciousness</a:t>
            </a:r>
          </a:p>
          <a:p xmlns:a="http://schemas.openxmlformats.org/drawingml/2006/main">
            <a:r>
              <a:t>Εικόνα: εγκεκριμένη εκπαιδευτική εικονογράφηση ImageGen. Συμβολισμός: Ένας ενιαίος Χριστός, χρυσό και γήινο χρώμα χωρίς χωρισμό της μορφής Εφαρμογή: Ο Χριστός προσφέρει το χέρι· ο άνθρωπος κάνει ελεύθερα το δικό του βήμα και ανταποκρίνεται.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Δογματική Συνείδηση.pdf, σ. 1, πίνακας, γραμμή 3</a:t>
            </a:r>
          </a:p>
          <a:p xmlns:a="http://schemas.openxmlformats.org/drawingml/2006/main">
            <a:r>
              <a:t>Σύνοψη της διδασκαλίας του Σωφρονίου Σαχάρωφ στο έγγραφο Δογματική Συνείδηση.pdf.</a:t>
            </a:r>
          </a:p>
          <a:p xmlns:a="http://schemas.openxmlformats.org/drawingml/2006/main">
            <a:r>
              <a:t>https://dporpatonelis-crypto.github.io/interactive-books/Digital_Lessons/#section-trinity-dogmatic-consciousness</a:t>
            </a:r>
          </a:p>
          <a:p xmlns:a="http://schemas.openxmlformats.org/drawingml/2006/main">
            <a:r>
              <a:t>Εικόνα: εγκεκριμένη εκπαιδευτική εικονογράφηση ImageGen. Συμβολισμός: Πρόσωπο Χριστού σε εικόνα, σε σχέση με το πρόσωπο του προσευχομένου Εφαρμογή: Προσευχή που περιλαμβάνει συγκεκριμένους, μοναδικούς ανθρώπους και υπερβαίνει την απομόνωση.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Δογματική Συνείδηση.pdf, σ. 1, πίνακας, γραμμή 4</a:t>
            </a:r>
          </a:p>
          <a:p xmlns:a="http://schemas.openxmlformats.org/drawingml/2006/main">
            <a:r>
              <a:t>Σύνοψη της διδασκαλίας του Σωφρονίου Σαχάρωφ στο έγγραφο Δογματική Συνείδηση.pdf.</a:t>
            </a:r>
          </a:p>
          <a:p xmlns:a="http://schemas.openxmlformats.org/drawingml/2006/main">
            <a:r>
              <a:t>https://dporpatonelis-crypto.github.io/interactive-books/Digital_Lessons/#section-trinity-dogmatic-consciousness</a:t>
            </a:r>
          </a:p>
          <a:p xmlns:a="http://schemas.openxmlformats.org/drawingml/2006/main">
            <a:r>
              <a:t>Εικόνα: εγκεκριμένη εκπαιδευτική εικονογράφηση ImageGen. Συμβολισμός: Το μυστήριο καλύπτεται από πέπλο· φως φθάνει ως δωρεά στον άνθρωπο Εφαρμογή: Μετάνοια και ταπείνωση: ο άνθρωπος φωτίζεται, παραμένοντας ο ίδιος και χωρίς εξίσωση με τον Θεό.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Δογματική Συνείδηση.pdf, σ. 1–2, πίνακας, γραμμή 5</a:t>
            </a:r>
          </a:p>
          <a:p xmlns:a="http://schemas.openxmlformats.org/drawingml/2006/main">
            <a:r>
              <a:t>Σύνοψη της διδασκαλίας του Σωφρονίου Σαχάρωφ στο έγγραφο Δογματική Συνείδηση.pdf.</a:t>
            </a:r>
          </a:p>
          <a:p xmlns:a="http://schemas.openxmlformats.org/drawingml/2006/main">
            <a:r>
              <a:t>https://dporpatonelis-crypto.github.io/interactive-books/Digital_Lessons/#section-trinity-dogmatic-consciousness</a:t>
            </a:r>
          </a:p>
          <a:p xmlns:a="http://schemas.openxmlformats.org/drawingml/2006/main">
            <a:r>
              <a:t>Εικόνα: εγκεκριμένη εκπαιδευτική εικονογράφηση ImageGen. Συμβολισμός: Ευχαριστιακή τράπεζα με ποτήριο και άρτο μέσα στον ναό Εφαρμογή: Η λειτουργική ζωή συνεχίζεται σε συγχώρηση, ευγνωμοσύνη και φροντίδα του πλησίον.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Δογματική Συνείδηση.pdf, σ. 2, Τα δύο άκρα· Φιλ. 2:12–13 όπως παρατίθεται στο έγγραφο</a:t>
            </a:r>
          </a:p>
          <a:p xmlns:a="http://schemas.openxmlformats.org/drawingml/2006/main">
            <a:r>
              <a:t>Σύνοψη της διδασκαλίας του Σωφρονίου Σαχάρωφ στο έγγραφο Δογματική Συνείδηση.pdf.</a:t>
            </a:r>
          </a:p>
          <a:p xmlns:a="http://schemas.openxmlformats.org/drawingml/2006/main">
            <a:r>
              <a:t>https://dporpatonelis-crypto.github.io/interactive-books/Digital_Lessons/#section-trinity-dogmatic-consciousness</a:t>
            </a:r>
          </a:p>
          <a:p xmlns:a="http://schemas.openxmlformats.org/drawingml/2006/main">
            <a:r>
              <a:t>Εικόνα: εγκεκριμένη εκπαιδευτική εικονογράφηση ImageGen. Συμβολισμός: Φως προσφέρεται από τον Χριστό και συναντά την ελεύθερη πορεία του ανθρώπου Εφαρμογή: Ευγνώμων αγώνας από αγάπη, αντί για συναλλαγή ή αδράνεια.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827d13fdc4e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25ace8bcef40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63204eef24f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0f7114a3944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d31add56c42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96ff638e24b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CF608A-B469-4CE2-B61D-7C3F0E1296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57683C-8BB8-4A01-B7EC-1E1F9CAC4D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1E48D5-A5F9-4DC8-AA07-A48644AFB1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6C8666-667D-463B-B7AC-05057231A6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0DD8C71-0C82-45BE-9883-CA961876C7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CD25AD-0390-4F3D-89A0-D50D7823E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F07A6C-C009-46AB-9D15-0354DCADB0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688E5F-3DBD-4400-BD5C-3E4344D37A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F63766-48FF-465B-B1F2-AB2319FD98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7F4868-601A-489E-857F-2CCF2714F9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59a5949845497e" /><Relationship Type="http://schemas.openxmlformats.org/officeDocument/2006/relationships/slideLayout" Target="/ppt/slideLayouts/slideLayout1.xml" Id="R21b34f0c22684dd0" /><Relationship Type="http://schemas.openxmlformats.org/officeDocument/2006/relationships/slideLayout" Target="/ppt/slideLayouts/slideLayout2.xml" Id="R3a4584c7aa864b43" /><Relationship Type="http://schemas.openxmlformats.org/officeDocument/2006/relationships/slideLayout" Target="/ppt/slideLayouts/slideLayout3.xml" Id="R847e094daca14c3a" /><Relationship Type="http://schemas.openxmlformats.org/officeDocument/2006/relationships/slideLayout" Target="/ppt/slideLayouts/slideLayout4.xml" Id="R90550479aa984bb0" /><Relationship Type="http://schemas.openxmlformats.org/officeDocument/2006/relationships/slideLayout" Target="/ppt/slideLayouts/slideLayout5.xml" Id="R6ad0fb809b644562" /><Relationship Type="http://schemas.openxmlformats.org/officeDocument/2006/relationships/slideLayout" Target="/ppt/slideLayouts/slideLayout6.xml" Id="R337b67317dae4e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b34f0c22684dd0"/>
    <p:sldLayoutId xmlns:r="http://schemas.openxmlformats.org/officeDocument/2006/relationships" id="2147483650" r:id="R3a4584c7aa864b43"/>
    <p:sldLayoutId xmlns:r="http://schemas.openxmlformats.org/officeDocument/2006/relationships" id="2147483651" r:id="R847e094daca14c3a"/>
    <p:sldLayoutId xmlns:r="http://schemas.openxmlformats.org/officeDocument/2006/relationships" id="2147483652" r:id="R90550479aa984bb0"/>
    <p:sldLayoutId xmlns:r="http://schemas.openxmlformats.org/officeDocument/2006/relationships" id="2147483653" r:id="R6ad0fb809b644562"/>
    <p:sldLayoutId xmlns:r="http://schemas.openxmlformats.org/officeDocument/2006/relationships" id="2147483654" r:id="R337b67317dae4e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7da949da304065" /><Relationship Type="http://schemas.openxmlformats.org/officeDocument/2006/relationships/image" Target="/ppt/media/image.png" Id="R7f201a2af32a49da" /><Relationship Type="http://schemas.openxmlformats.org/officeDocument/2006/relationships/notesSlide" Target="/ppt/notesSlides/notesSlide1.xml" Id="Ra278fdb695c44f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129a21d114750" /><Relationship Type="http://schemas.openxmlformats.org/officeDocument/2006/relationships/image" Target="/ppt/media/image2.png" Id="R2a9f846bd4094e49" /><Relationship Type="http://schemas.openxmlformats.org/officeDocument/2006/relationships/notesSlide" Target="/ppt/notesSlides/notesSlide2.xml" Id="R9d7642b2b9974c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a28903b394ce4" /><Relationship Type="http://schemas.openxmlformats.org/officeDocument/2006/relationships/image" Target="/ppt/media/image3.png" Id="R3759da252cfb40db" /><Relationship Type="http://schemas.openxmlformats.org/officeDocument/2006/relationships/notesSlide" Target="/ppt/notesSlides/notesSlide3.xml" Id="Rd5112c98e49947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d25770bc234ae0" /><Relationship Type="http://schemas.openxmlformats.org/officeDocument/2006/relationships/image" Target="/ppt/media/image4.png" Id="R422ef6e04519492e" /><Relationship Type="http://schemas.openxmlformats.org/officeDocument/2006/relationships/notesSlide" Target="/ppt/notesSlides/notesSlide4.xml" Id="R7c13be4805174d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d8218034b409b" /><Relationship Type="http://schemas.openxmlformats.org/officeDocument/2006/relationships/image" Target="/ppt/media/image5.png" Id="Rbb1d500937794639" /><Relationship Type="http://schemas.openxmlformats.org/officeDocument/2006/relationships/notesSlide" Target="/ppt/notesSlides/notesSlide5.xml" Id="Rb5b442123a3a4c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0014c2846044c0" /><Relationship Type="http://schemas.openxmlformats.org/officeDocument/2006/relationships/image" Target="/ppt/media/image6.png" Id="Re413edb4f144425e" /><Relationship Type="http://schemas.openxmlformats.org/officeDocument/2006/relationships/notesSlide" Target="/ppt/notesSlides/notesSlide6.xml" Id="R4005220e57a54f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70fd2936d64807" /><Relationship Type="http://schemas.openxmlformats.org/officeDocument/2006/relationships/image" Target="/ppt/media/image7.png" Id="R8541cf59c3434963" /><Relationship Type="http://schemas.openxmlformats.org/officeDocument/2006/relationships/notesSlide" Target="/ppt/notesSlides/notesSlide7.xml" Id="Rd58ccabf85da43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BB81AF35-CA2E-4088-87D5-CF4097D1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Πίστη και δογματική συνείδηση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A11DC-EE23-4157-9EA5-627CC7AC13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01a2af32a49da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38D52D8B-F904-4287-A089-C3C81304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Το δόγμα γίνεται ζωή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E8D0A5D2-B231-4413-AD97-B14C3F1E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Για τον Σωφρόνιο, το δόγμα γίνεται προσωπική συνάντηση και έμπρακτη αγάπη.</a:t>
            </a:r>
          </a:p>
        </p:txBody>
      </p:sp>
    </p:spTree>
    <p:extLst>
      <p:ext uri="{BB962C8B-B14F-4D97-AF65-F5344CB8AC3E}">
        <p14:creationId xmlns:p14="http://schemas.microsoft.com/office/powerpoint/2010/main" val="258506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26968301-84D7-4648-BFBC-249B019C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Πίστη και δογματική συνείδηση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0A6F9-7CFE-45A4-A1E5-571BCEDD31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f846bd4094e49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130FC57A-2712-47C2-B573-2501EDD2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Τριαδικό δόγμα · Κοινωνία αγάπης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05F47531-E0EE-4EED-B015-16E44CFB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Μία ουσία, τρεις Υποστάσεις: ενότητα αγάπης που σέβεται την προσωπική ελευθερία.</a:t>
            </a:r>
          </a:p>
        </p:txBody>
      </p:sp>
    </p:spTree>
    <p:extLst>
      <p:ext uri="{BB962C8B-B14F-4D97-AF65-F5344CB8AC3E}">
        <p14:creationId xmlns:p14="http://schemas.microsoft.com/office/powerpoint/2010/main" val="1878318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B463FCC9-0CB6-42BB-BF18-3A1C07FC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Πίστη και δογματική συνείδηση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2A9FC-3CDF-4B38-8564-7645BE7206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9da252cfb40db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E2FD1EDF-C9D2-4711-8557-7BC4E9CB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Χριστός · Ελεύθερη συνέργεια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99C49A50-7E4E-4A49-9183-769228B3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Δύο φύσεις, δύο θελήσεις: η χάρη συναντά την ελεύθερη ανθρώπινη ανταπόκριση.</a:t>
            </a:r>
          </a:p>
        </p:txBody>
      </p:sp>
    </p:spTree>
    <p:extLst>
      <p:ext uri="{BB962C8B-B14F-4D97-AF65-F5344CB8AC3E}">
        <p14:creationId xmlns:p14="http://schemas.microsoft.com/office/powerpoint/2010/main" val="20278123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AFB4F4A8-25C2-440F-9B00-749CAD15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Πίστη και δογματική συνείδηση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F55B7-B3C6-430B-9A28-25BE9B440D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ef6e04519492e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C25EFAE0-F401-4E90-B427-53F03C0A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Το Πρόσωπο · Προσευχή για όλους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DCEFC9D7-570F-4D8F-935B-113B785A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Το κατ’ εικόνα γίνεται προσωπική κοινωνία και προσευχή που αγκαλιάζει όλους.</a:t>
            </a:r>
          </a:p>
        </p:txBody>
      </p:sp>
    </p:spTree>
    <p:extLst>
      <p:ext uri="{BB962C8B-B14F-4D97-AF65-F5344CB8AC3E}">
        <p14:creationId xmlns:p14="http://schemas.microsoft.com/office/powerpoint/2010/main" val="5164592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5A613C5B-B4ED-4FDB-9903-7E4808B5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Πίστη και δογματική συνείδηση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6E22B-7C88-49E6-87EE-F8EC8A873A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d500937794639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1AA8A33C-878D-4E16-9EF3-3D57CAE9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Ουσία και ενέργειες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7AFD9F3C-A8CC-46CC-A325-9409EA69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Η μετάνοια ανοίγει στις άκτιστες ενέργειες, χωρίς ταύτιση με τη θεία ουσία.</a:t>
            </a:r>
          </a:p>
        </p:txBody>
      </p:sp>
    </p:spTree>
    <p:extLst>
      <p:ext uri="{BB962C8B-B14F-4D97-AF65-F5344CB8AC3E}">
        <p14:creationId xmlns:p14="http://schemas.microsoft.com/office/powerpoint/2010/main" val="12639916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8523DA9C-1873-4703-8CFE-FF84FEC6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Πίστη και δογματική συνείδηση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C4B6E-BF3E-4771-B710-CBA8E63614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3edb4f144425e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99D1294C-4DD3-4E10-8234-3B2BCD69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Σωτηρία · Μετάνοια και Ευχαριστία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4E130FBE-0AEE-458B-9EF2-DC02B0BF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Τα Μυστήρια καρποφορούν σε μετάνοια, συγχώρηση και φροντίδα, με αναστάσιμη ελπίδα.</a:t>
            </a:r>
          </a:p>
        </p:txBody>
      </p:sp>
    </p:spTree>
    <p:extLst>
      <p:ext uri="{BB962C8B-B14F-4D97-AF65-F5344CB8AC3E}">
        <p14:creationId xmlns:p14="http://schemas.microsoft.com/office/powerpoint/2010/main" val="2056805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1BC408CB-3CF9-4411-B6CF-47A2D5AB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Πίστη και δογματική συνείδηση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378AB-921F-4A41-B8E4-3C7C9B7DD1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1cf59c3434963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D6EBCD62-E77C-4C23-B5B2-66509219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Συνέργεια · Χάρη και ελεύθερος αγώνας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07E7965C-278A-4645-8F84-9614267E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Ελεύθερος αγώνας από αγάπη, χωρίς συναλλαγή με τον Θεό ή παθητικότητα.</a:t>
            </a:r>
          </a:p>
        </p:txBody>
      </p:sp>
    </p:spTree>
    <p:extLst>
      <p:ext uri="{BB962C8B-B14F-4D97-AF65-F5344CB8AC3E}">
        <p14:creationId xmlns:p14="http://schemas.microsoft.com/office/powerpoint/2010/main" val="15408478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2026-10-22T16:49:36.2960000Z</dcterms:created>
  <dcterms:modified xsi:type="dcterms:W3CDTF">2026-10-22T16:49:36.2960000Z</dcterms:modified>
</coreProperties>
</file>